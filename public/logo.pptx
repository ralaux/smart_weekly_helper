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A23A"/>
    <a:srgbClr val="344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2323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69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029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56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046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250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28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42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72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45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93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33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F6EE1-4775-479B-9A18-5759DBD29A7B}" type="datetimeFigureOut">
              <a:rPr lang="fr-FR" smtClean="0"/>
              <a:t>27/01/2026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FF6B2-FF25-4458-AF98-BD73322CF8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40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A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4047395-7A44-7FAC-7A4E-91ADCF5C3BF8}"/>
              </a:ext>
            </a:extLst>
          </p:cNvPr>
          <p:cNvSpPr/>
          <p:nvPr/>
        </p:nvSpPr>
        <p:spPr>
          <a:xfrm>
            <a:off x="0" y="-1"/>
            <a:ext cx="10799763" cy="10799763"/>
          </a:xfrm>
          <a:prstGeom prst="roundRect">
            <a:avLst>
              <a:gd name="adj" fmla="val 28897"/>
            </a:avLst>
          </a:prstGeom>
          <a:solidFill>
            <a:srgbClr val="344E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26224CD-E964-7937-836E-517360BC3AE0}"/>
              </a:ext>
            </a:extLst>
          </p:cNvPr>
          <p:cNvSpPr txBox="1"/>
          <p:nvPr/>
        </p:nvSpPr>
        <p:spPr>
          <a:xfrm>
            <a:off x="-541245" y="3360860"/>
            <a:ext cx="11882252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9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XLSIOR</a:t>
            </a:r>
            <a:endParaRPr lang="fr-FR" sz="15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888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</Words>
  <Application>Microsoft Office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Alaux</dc:creator>
  <cp:lastModifiedBy>Raphael Alaux</cp:lastModifiedBy>
  <cp:revision>2</cp:revision>
  <dcterms:created xsi:type="dcterms:W3CDTF">2026-01-27T20:06:35Z</dcterms:created>
  <dcterms:modified xsi:type="dcterms:W3CDTF">2026-01-27T20:51:51Z</dcterms:modified>
</cp:coreProperties>
</file>